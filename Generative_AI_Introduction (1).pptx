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000" b="1">
                <a:solidFill>
                  <a:srgbClr val="003366"/>
                </a:solidFill>
              </a:defRPr>
            </a:pPr>
            <a:r>
              <a:t>The Origin &amp; Importance of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AI &amp; Programming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Origin of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🧠 Early AI (1950s): Rule-based systems (logic + expert systems)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📊 Machine Learning (1980s–2000s): Data-driven models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🔗 Deep Learning (2010s): Neural networks, big data, GPUs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🤖 Generative AI (2020s): Transformers, LLMs, diffusion models (images, video, audio)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Importance of Learning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🚀 Innovation: Powers ChatGPT, DALL·E, Copilot, autonomous systems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🎯 Future Skills: Careers in data, AI, product, and consulting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⚡ Efficiency: Automates workflows, boosts creativity, enhances productivity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⚖️ Ethics &amp; Awareness: Understanding bias, responsibility, and regulation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/>
              <a:t>Types of Programming </a:t>
            </a:r>
            <a:r>
              <a:rPr lang="en-US" dirty="0"/>
              <a:t>Languages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/>
            </a:pPr>
            <a:r>
              <a:rPr dirty="0"/>
              <a:t>📝 </a:t>
            </a:r>
            <a:r>
              <a:rPr sz="2800" dirty="0"/>
              <a:t>Procedural Programming – Step-by-step instructions (C, Pascal)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🔑 Object-Oriented Programming (OOP) – Classes, objects, inheritance (Java, Python, C++)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🧩 Functional Programming – Pure functions, immutability (Haskell, Scala, F#)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⚙️ Scripting Languages – Quick automation &amp; integration (Python, JavaScript, PHP)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📐 Logic Programming – Based on rules &amp; facts (Prolog)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🌟 </a:t>
            </a:r>
            <a:r>
              <a:rPr sz="2800" dirty="0"/>
              <a:t>Generative AI is a game-changer in technology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🎓 Learning it builds future-proof skills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🔍 Programming paradigms provide different ways of problem-solving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sz="2800" dirty="0"/>
              <a:t>💡 Combining AI knowledge + programming = powerful career advantage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237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The Origin &amp; Importance of Generative AI</vt:lpstr>
      <vt:lpstr>Origin of Generative AI</vt:lpstr>
      <vt:lpstr>Importance of Learning Generative AI</vt:lpstr>
      <vt:lpstr>Types of Programming Languages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saravanan Srinivasan (US)</cp:lastModifiedBy>
  <cp:revision>3</cp:revision>
  <dcterms:created xsi:type="dcterms:W3CDTF">2013-01-27T09:14:16Z</dcterms:created>
  <dcterms:modified xsi:type="dcterms:W3CDTF">2025-12-16T08:04:52Z</dcterms:modified>
  <cp:category/>
</cp:coreProperties>
</file>